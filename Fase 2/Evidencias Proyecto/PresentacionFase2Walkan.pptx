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  <p:sldId id="260" r:id="rId11"/>
    <p:sldId id="26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0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proyecto y a los integrantes. Duración total del taller: 40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pilares del sistema. Enfatizar la regla de oro: normalmente opera conectado a la nube y, si se cae internet, la venta nunca se bloquea — sigue vendiendo y sincroniza al reconectar. El comprobante se emite al instante (emisión simulada); la integración con el SII queda como trabajo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excluir contabilidad, RRHH, finanzas y CRM no es una limitación: es la decisión que hace el proyecto entregable en un semestre y sostiene la propuesta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reforzando la regla de oro: el comprobante de venta y la resistencia a cortes de internet están en los tres planes; la primera caja va incluida.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280160"/>
            <a:ext cx="3291840" cy="32918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138160" y="3566160"/>
            <a:ext cx="2377440" cy="23774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CAPSTONE (PTY4614)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Bodega, punto de venta y comprobante, conectado a la nube y a prueba de cortes de internet — para el comercio minorista chileno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0584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Barrera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187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Núñez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4187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Formativa · Fase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consiste el proyecto?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reúne en un solo equipo el control de bodega, el punto de venta y la emisión del comprobante de venta, que opera conectado a la nube y sigue funcionando aunque se caiga internet.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opera en el local conectada a una nube multi-tenant que atiende a muchos negocios aislando los datos de cada uno; si se cae internet sigue vendiendo y sincroniza al reconectar. Se adapta al comercio con tres planes escalables.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 a un almacén o minimarket el mismo control de stock y de caja que tiene un supermercado, sin el peso administrativo de un ERP.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1143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74920" y="13990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7492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280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e inventario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stock, entradas y salidas, recepción, alertas y trazabilidad.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92040" y="2286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74920" y="25420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0749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423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venta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Numeración correlativa y cola de emisión con reintentos (emisión simulada en esta versión). La integración con el SII queda como trabajo futuro.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3429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074920" y="36850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0749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y caja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0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descuenta stock y emite el comprobante; apertura y cierre de caja.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está delimitado por escrito: es lo que hace el proyecto factible en un semestre.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2F7F7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ALCANCE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e inventario: productos, stock, movimientos, recepción de compras y alertas de stock mínimo.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venta: numeración correlativa y cola de emisión con reintentos (emisión simulada).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y caja: la venta nunca se bloquea por un corte de internet; descuenta stock y emite el comprobante.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panel de administración y de cliente, usuarios y roles.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Periféricos: lector de código de barras e impresora térmica de 58 mm.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892040" y="1508760"/>
            <a:ext cx="310896" cy="310896"/>
          </a:xfrm>
          <a:prstGeom prst="ellipse">
            <a:avLst/>
          </a:prstGeom>
          <a:solidFill>
            <a:srgbClr val="9BAA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completa: libro mayor, balances y estados financieros.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y remuneraciones.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financiero y tesorería.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y gestión comercial de clientes.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electrónico y venta en línea.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con el SII (firma y envío de DTE): trabajo futuro, fuera del alcance.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sistema, tres planes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A8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de escalamiento es la profundidad del control de bodega. Un negocio que crece cambia de plan, sin migrar de sistema ni perder datos.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de barrio, una persona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simple, punto de venta, caja y comprobante; resiste cortes de internet.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538728" y="20574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538728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Minimarket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mediano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Proveedores, recepción de compras, alertas de stock, lotes, vencimientos y códigos de barras.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54496" y="205740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254496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Minisúper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54496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cajas o sucursales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bodegas, ubicaciones, kardex, promociones y analítica.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comprobante y la resistencia a cortes de internet están en los tres planes; la primera caja va incluida.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de desarrollo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A8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Lenguajes, herramientas y servicios con los que se construye y opera Walkan.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está escrito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(backend), JavaScript (caja), SQL (datos) y HTML/CSS (vistas).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538728" y="20574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538728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y librerías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Fastify sobre Node.js, better-sqlite3 (SQLite/WAL), EJS, systemd y Git.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54496" y="205740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254496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54496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apoyos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(pagos), GitLab (repositorio), un VPS para la nube y el TV Box de la caja.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opera conectada a la nube y sigue vendiendo aunque se caiga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q_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566</Words>
  <Application>Microsoft Office PowerPoint</Application>
  <PresentationFormat>Presentación en pantalla (16:9)</PresentationFormat>
  <Paragraphs>58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ALVARO ISRAEL BARRERA SILVA</cp:lastModifiedBy>
  <cp:revision>2</cp:revision>
  <dcterms:created xsi:type="dcterms:W3CDTF">2026-08-21T20:53:10Z</dcterms:created>
  <dcterms:modified xsi:type="dcterms:W3CDTF">2026-08-21T21:00:59Z</dcterms:modified>
</cp:coreProperties>
</file>