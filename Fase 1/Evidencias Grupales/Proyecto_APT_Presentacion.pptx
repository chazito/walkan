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1607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Presentar el proyecto y a los integrantes. Duración total del taller: 40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pilares del sistema. Enfatizar la regla de oro: la venta nunca se bloquea (offline-first). El comprobante se emite al instante (emisión simulada); la integración con el SII queda como trabajo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excluir contabilidad, RRHH, finanzas y CRM no es una limitación: es la decisión que hace el proyecto entregable en un semestre y sostiene la propuesta de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reforzando la regla de oro: la operación offline y el comprobante de venta están en los tres planes; la primera caja va incluida.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1280160"/>
            <a:ext cx="3291840" cy="329184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8138160" y="3566160"/>
            <a:ext cx="2377440" cy="23774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APT — CAPSTONE (PTY4614)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Bodega, punto de venta y</a:t>
            </a:r>
            <a:endParaRPr lang="en-US" sz="40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comprobante, sin internet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offline que sincroniza a la nube, para el comercio minorista chileno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1005840" cy="2743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840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Álvaro Barrera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4187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Núñez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41879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Formativa · Fase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¿En qué consiste el proyecto?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que reúne en un solo equipo el control de bodega, el punto de venta y la emisión del comprobante de venta, y que funciona sin internet dentro del local.</a:t>
            </a:r>
            <a:endParaRPr lang="en-US" sz="1400" dirty="0"/>
          </a:p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caja corre en el local (offline-first) y sincroniza a una nube multi-tenant que atiende a muchos negocios aislando los datos de cada uno. Se adapta al comercio con tres planes escalables.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a un almacén o minimarket el mismo control de stock y de caja que tiene un supermercado, sin el peso administrativo de un ERP.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892040" y="1143000"/>
            <a:ext cx="3703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5074920" y="13990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5074920" y="1399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280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e inventario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0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Productos, stock, entradas y salidas, recepción, alertas y trazabilidad.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92040" y="2286000"/>
            <a:ext cx="3703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5074920" y="25420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5074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0" y="2423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de venta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669280" y="2697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Numeración correlativa y cola de emisión con reintentos (emisión simulada en esta versión). La integración con el SII queda como trabajo futuro.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92040" y="3429000"/>
            <a:ext cx="3703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5074920" y="36850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507492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3566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venta y caja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0" y="3840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 descuenta stock y emite el comprobante; apertura y cierre de caja.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proyecto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está delimitado por escrito: es lo que hace el proyecto factible en un semestre.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2F7F7"/>
          </a:solidFill>
          <a:ln w="12700">
            <a:solidFill>
              <a:srgbClr val="DCE7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DEL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e inventario: productos, stock, movimientos, recepción de compras y alertas de stock mínimo.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de venta: numeración correlativa y cola de emisión con reintentos (emisión simulada).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venta y caja offline: la venta nunca se bloquea; descuenta stock y emite el comprobante.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Multi-tenant: panel de administración y de cliente, usuarios y roles.</a:t>
            </a:r>
            <a:endParaRPr lang="en-US" sz="11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333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Periféricos: lector de código de barras e impresora térmica de 58 mm.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298448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CE7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892040" y="1508760"/>
            <a:ext cx="310896" cy="310896"/>
          </a:xfrm>
          <a:prstGeom prst="ellipse">
            <a:avLst/>
          </a:prstGeom>
          <a:solidFill>
            <a:srgbClr val="9BAAA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1536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ALCANCE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96596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completa: libro mayor, balances y estados financieros.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humanos y remuneraciones.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financiero y tesorería.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y gestión comercial de clientes.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electrónico y venta en línea.</a:t>
            </a:r>
            <a:endParaRPr lang="en-US" sz="11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5A6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con el SII (firma y envío de DTE): trabajo futuro, fuera del alcance.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3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sistema, tres planes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A8C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eje de escalamiento es la profundidad del control de bodega. Un negocio que crece cambia de plan, sin migrar de sistema ni perder datos.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0A4550"/>
          </a:solidFill>
          <a:ln w="12700">
            <a:solidFill>
              <a:srgbClr val="18606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724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 de barrio, una persona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3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simple, punto de venta, caja y comprobante — funciona offline.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17830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0A4550"/>
          </a:solidFill>
          <a:ln w="12700">
            <a:solidFill>
              <a:srgbClr val="18606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3538728" y="205740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3538728" y="2395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38728" y="2724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 mediano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38728" y="312724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3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Proveedores, recepción de compras, alertas de stock, lotes, vencimientos y códigos de barras.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0176" y="17830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0A4550"/>
          </a:solidFill>
          <a:ln w="12700">
            <a:solidFill>
              <a:srgbClr val="18606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6254496" y="2057400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6254496" y="2395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Minisúper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54496" y="2724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cajas o sucursales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54496" y="312724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3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bodegas, ubicaciones, kardex, promociones y analítica.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comprobante de venta y la operación offline están en los tres planes; la primera caja va incluida.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566</Words>
  <Application>Microsoft Office PowerPoint</Application>
  <PresentationFormat>Presentación en pantalla (16:9)</PresentationFormat>
  <Paragraphs>58</Paragraphs>
  <Slides>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ALVARO ISRAEL BARRERA SILVA</cp:lastModifiedBy>
  <cp:revision>2</cp:revision>
  <dcterms:created xsi:type="dcterms:W3CDTF">2026-08-21T20:53:10Z</dcterms:created>
  <dcterms:modified xsi:type="dcterms:W3CDTF">2026-08-21T21:00:59Z</dcterms:modified>
</cp:coreProperties>
</file>