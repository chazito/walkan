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607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Presentar el proyecto y a los integrantes. Duración total del taller: 40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pilares del sistema. Enfatizar que la facturación SII es obligatoria en todos los planes: es una restricción de arquitectura, no una función opcional.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excluir contabilidad, RRHH, finanzas y CRM no es una limitación: es la decisión que hace el proyecto entregable en un semestre y sostiene la propuesta de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reforzando la regla de oro: la facturación SII es transversal a todos los planes.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280160"/>
            <a:ext cx="3291840" cy="329184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8138160" y="3566160"/>
            <a:ext cx="2377440" cy="237744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CAPSTONE (PTY4614)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bodega y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facturación electrónica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punto de venta integrado, para el comercio minorista chileno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1005840" cy="274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Barrera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4187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 Núñez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06240" y="4187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Formativa · Fase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¿En qué consiste el proyecto?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3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web entregada como servicio (SaaS) que reúne en un solo sistema el control de bodega, la facturación electrónica ante el SII y el punto de venta.</a:t>
            </a:r>
            <a:endParaRPr lang="en-US" sz="1400" dirty="0"/>
          </a:p>
          <a:p>
            <a:pPr marL="0" indent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3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multi-tenant: una sola instancia atiende a muchos negocios, aislando los datos de cada uno. Se adapta al tamaño del comercio mediante tres planes escalables.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 a un almacén o minimarket el mismo control de stock y cumplimiento tributario que opera un supermercado, sin el peso administrativo de un ERP.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92040" y="1143000"/>
            <a:ext cx="3703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074920" y="13990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074920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1280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Bodega e inventario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Productos, stock, entradas y salidas, recepción, alertas y trazabilidad.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92040" y="2286000"/>
            <a:ext cx="3703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074920" y="25420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507492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2423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electrónica SII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0" y="2697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Boleta, factura, nota de crédito y guía de despacho como DTE. Obligatoria en todos los planes.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3429000"/>
            <a:ext cx="3703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5074920" y="36850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507492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3566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venta y caja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0" y="3840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 descuenta stock y emite el documento; apertura y cierre de caja.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proyecto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 está delimitado por escrito: es lo que hace el proyecto factible en un semestre.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2F7F7"/>
          </a:solidFill>
          <a:ln w="12700">
            <a:solidFill>
              <a:srgbClr val="DCE7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ALCANCE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Bodega e inventario: productos, stock, movimientos, recepción de compras y alertas de stock mínimo.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electrónica SII: boleta (39), factura afecta (33), exenta (34), nota de crédito (61) y guía de despacho (52).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venta y caja: venta con descuento de stock, emisión del documento, apertura y cierre.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roles, planes y reportes de ventas.</a:t>
            </a:r>
            <a:endParaRPr lang="en-US" sz="11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3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Periféricos: lector de código de barras e impresora térmica de 58 mm.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298448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892040" y="1508760"/>
            <a:ext cx="310896" cy="310896"/>
          </a:xfrm>
          <a:prstGeom prst="ellipse">
            <a:avLst/>
          </a:prstGeom>
          <a:solidFill>
            <a:srgbClr val="9BAAA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ALCANCE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 completa: libro mayor, balances y estados financieros.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 y remuneraciones.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financiero y tesorería.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y gestión comercial de clientes.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electrónico y venta en línea.</a:t>
            </a:r>
            <a:endParaRPr lang="en-US" sz="11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5A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on-premise sin internet: extensión futura, fuera del semestre.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3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sistema, tres planes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A8C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 de escalamiento es la profundidad del control de bodega. Un negocio que crece cambia de plan, sin migrar de sistema ni perder datos.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0A4550"/>
          </a:solidFill>
          <a:ln w="12700">
            <a:solidFill>
              <a:srgbClr val="18606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de barrio, una persona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3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simple, punto de venta, caja y facturación electrónica.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783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0A4550"/>
          </a:solidFill>
          <a:ln w="12700">
            <a:solidFill>
              <a:srgbClr val="18606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3538728" y="205740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538728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Minisúper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38728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mediano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38728" y="312724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3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Proveedores, recepción de compras, alertas de stock, lotes, vencimientos y códigos de barras.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0176" y="178308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0A4550"/>
          </a:solidFill>
          <a:ln w="12700">
            <a:solidFill>
              <a:srgbClr val="18606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254496" y="2057400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254496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Supermercado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54496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grande, con sucursales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54496" y="312724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3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bodegas, ubicaciones, kardex, promociones y analítica.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facturación electrónica ante el SII es obligatoria en los tres planes.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566</Words>
  <Application>Microsoft Office PowerPoint</Application>
  <PresentationFormat>Presentación en pantalla (16:9)</PresentationFormat>
  <Paragraphs>58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ALVARO ISRAEL BARRERA SILVA</cp:lastModifiedBy>
  <cp:revision>2</cp:revision>
  <dcterms:created xsi:type="dcterms:W3CDTF">2026-08-21T20:53:10Z</dcterms:created>
  <dcterms:modified xsi:type="dcterms:W3CDTF">2026-08-21T21:00:59Z</dcterms:modified>
</cp:coreProperties>
</file>